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1430000" cy="4572000"/>
  <p:notesSz cx="4572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2286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606" y="0"/>
            <a:ext cx="5730394" cy="2286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8035"/>
            <a:ext cx="5715000" cy="22939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606" y="2278035"/>
            <a:ext cx="5730394" cy="2293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15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0"/>
            <a:ext cx="573405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2026-08-21T00:13:28Z</dcterms:created>
  <dcterms:modified xsi:type="dcterms:W3CDTF">2026-08-21T00:13:28Z</dcterms:modified>
</cp:coreProperties>
</file>